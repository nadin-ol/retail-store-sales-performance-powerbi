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5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1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9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5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2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14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4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8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3D98B9D-67DC-408D-8147-223A871961D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7B158C0-A1C0-4376-B11A-03812FC5E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62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9742" y="4204420"/>
            <a:ext cx="12771485" cy="2879389"/>
          </a:xfrm>
          <a:custGeom>
            <a:avLst/>
            <a:gdLst/>
            <a:ahLst/>
            <a:cxnLst/>
            <a:rect l="l" t="t" r="r" b="b"/>
            <a:pathLst>
              <a:path w="19157227" h="4319084">
                <a:moveTo>
                  <a:pt x="0" y="0"/>
                </a:moveTo>
                <a:lnTo>
                  <a:pt x="19157226" y="0"/>
                </a:lnTo>
                <a:lnTo>
                  <a:pt x="19157226" y="4319084"/>
                </a:lnTo>
                <a:lnTo>
                  <a:pt x="0" y="43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1362" y="208823"/>
            <a:ext cx="10048446" cy="1256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41"/>
              </a:lnSpc>
            </a:pPr>
            <a:r>
              <a:rPr lang="en-US" sz="3200" dirty="0"/>
              <a:t>Retail Stores Performance &amp; Sales Matrix (Power BI)</a:t>
            </a:r>
            <a:endParaRPr lang="en-US" sz="3200" spc="179" dirty="0">
              <a:solidFill>
                <a:srgbClr val="FFF8D4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625585" y="1867038"/>
            <a:ext cx="5727987" cy="1160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66"/>
              </a:lnSpc>
              <a:spcBef>
                <a:spcPct val="0"/>
              </a:spcBef>
            </a:pPr>
            <a:r>
              <a:rPr lang="en-US" sz="1619" i="1" spc="-81" dirty="0">
                <a:solidFill>
                  <a:srgbClr val="FFF8D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Project Overview</a:t>
            </a:r>
          </a:p>
          <a:p>
            <a:pPr algn="r">
              <a:lnSpc>
                <a:spcPts val="2266"/>
              </a:lnSpc>
              <a:spcBef>
                <a:spcPct val="0"/>
              </a:spcBef>
            </a:pPr>
            <a:r>
              <a:rPr lang="en-US" sz="1619" i="1" spc="-81" dirty="0">
                <a:solidFill>
                  <a:srgbClr val="FFF8D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 multi-page interactive Power BI dashboard engineered to monitor multi-location retail store networks, evaluate core sales performance, and track Year-to-Date (YTD) financial </a:t>
            </a:r>
            <a:r>
              <a:rPr lang="en-US" sz="1619" i="1" spc="-81" dirty="0" err="1">
                <a:solidFill>
                  <a:srgbClr val="FFF8D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matrixes.s</a:t>
            </a:r>
            <a:endParaRPr lang="en-US" sz="1619" i="1" spc="-81" dirty="0">
              <a:solidFill>
                <a:srgbClr val="FFF8D4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49982-805B-9BE3-1B7B-3BFBE7C08447}"/>
              </a:ext>
            </a:extLst>
          </p:cNvPr>
          <p:cNvSpPr txBox="1"/>
          <p:nvPr/>
        </p:nvSpPr>
        <p:spPr>
          <a:xfrm>
            <a:off x="7170088" y="5766647"/>
            <a:ext cx="5311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Stack:</a:t>
            </a:r>
            <a:r>
              <a:rPr lang="uk-UA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Desktop, DAX, Power Query (M)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32E4-F0A1-0DDF-8F6D-572EE802C1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CCA0F-17E5-CBB0-789A-2C1A63BC3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0FE1C-C953-6F79-ED8F-10D65FB34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62"/>
            <a:ext cx="12192000" cy="68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19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47B0-0649-8D98-504F-B96F2B4B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50E19D-6636-777C-4F31-6CB291D38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77" y="88230"/>
            <a:ext cx="12033476" cy="6711653"/>
          </a:xfrm>
        </p:spPr>
      </p:pic>
    </p:spTree>
    <p:extLst>
      <p:ext uri="{BB962C8B-B14F-4D97-AF65-F5344CB8AC3E}">
        <p14:creationId xmlns:p14="http://schemas.microsoft.com/office/powerpoint/2010/main" val="287376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2DF9-2BBA-AF36-5EA9-1E015082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39208E-0B8C-D782-AAC2-0CEF5F469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4" y="80211"/>
            <a:ext cx="11973755" cy="6720413"/>
          </a:xfrm>
        </p:spPr>
      </p:pic>
    </p:spTree>
    <p:extLst>
      <p:ext uri="{BB962C8B-B14F-4D97-AF65-F5344CB8AC3E}">
        <p14:creationId xmlns:p14="http://schemas.microsoft.com/office/powerpoint/2010/main" val="303741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7F03-71B1-F6FD-2DD9-27BB8607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6DFDA7-3E93-1521-0B62-E762C5E5D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79" y="69014"/>
            <a:ext cx="11886751" cy="6588460"/>
          </a:xfrm>
        </p:spPr>
      </p:pic>
    </p:spTree>
    <p:extLst>
      <p:ext uri="{BB962C8B-B14F-4D97-AF65-F5344CB8AC3E}">
        <p14:creationId xmlns:p14="http://schemas.microsoft.com/office/powerpoint/2010/main" val="249648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53E1-1D34-7838-5381-0B87D026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A4210A-0B07-F846-3F16-4A0F32BA0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0" y="101098"/>
            <a:ext cx="11905719" cy="6681782"/>
          </a:xfrm>
        </p:spPr>
      </p:pic>
    </p:spTree>
    <p:extLst>
      <p:ext uri="{BB962C8B-B14F-4D97-AF65-F5344CB8AC3E}">
        <p14:creationId xmlns:p14="http://schemas.microsoft.com/office/powerpoint/2010/main" val="2176324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3DB3-6113-9698-5545-E8AC356F3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677B3E-0655-AD26-8750-D5DE71F6D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4" y="80210"/>
            <a:ext cx="12111225" cy="6708157"/>
          </a:xfrm>
        </p:spPr>
      </p:pic>
    </p:spTree>
    <p:extLst>
      <p:ext uri="{BB962C8B-B14F-4D97-AF65-F5344CB8AC3E}">
        <p14:creationId xmlns:p14="http://schemas.microsoft.com/office/powerpoint/2010/main" val="115471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2F58CF-24B7-E0C1-7A0D-5FC93064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65000"/>
                  </a:schemeClr>
                </a:solidFill>
              </a:rPr>
              <a:t>Key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043E-77FC-8E74-8EB5-EDA448445A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C27CFC-3C38-F289-CC2E-CA691C3D3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grow by 26-32% annually — but Profit Margin remains at 12%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Discounts over 40% make the business unprofitable — Tables with a 29% discount are the only category in the red -$64K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First Class delivery has 75% delays — the most expensive but the most unreliable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↩️ 4% of sales are returned — $526K annually</a:t>
            </a: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endParaRPr lang="uk-UA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conclusion:</a:t>
            </a:r>
            <a:r>
              <a:rPr lang="uk-UA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is scaling, but without optimizing the discount policy, the growth in turnover does not convert into profit</a:t>
            </a:r>
          </a:p>
        </p:txBody>
      </p:sp>
    </p:spTree>
    <p:extLst>
      <p:ext uri="{BB962C8B-B14F-4D97-AF65-F5344CB8AC3E}">
        <p14:creationId xmlns:p14="http://schemas.microsoft.com/office/powerpoint/2010/main" val="324583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149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Anton</vt:lpstr>
      <vt:lpstr>Aptos</vt:lpstr>
      <vt:lpstr>Aptos Display</vt:lpstr>
      <vt:lpstr>Arial</vt:lpstr>
      <vt:lpstr>Calibri</vt:lpstr>
      <vt:lpstr>Montserrat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Nadia Olinik</dc:creator>
  <cp:lastModifiedBy>Nadia Olinik</cp:lastModifiedBy>
  <cp:revision>1</cp:revision>
  <dcterms:created xsi:type="dcterms:W3CDTF">2026-06-07T15:59:29Z</dcterms:created>
  <dcterms:modified xsi:type="dcterms:W3CDTF">2026-06-07T18:46:30Z</dcterms:modified>
</cp:coreProperties>
</file>